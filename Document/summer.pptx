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94" r:id="rId2"/>
    <p:sldId id="257" r:id="rId3"/>
    <p:sldId id="260" r:id="rId4"/>
    <p:sldId id="304" r:id="rId5"/>
    <p:sldId id="295" r:id="rId6"/>
    <p:sldId id="296" r:id="rId7"/>
    <p:sldId id="297" r:id="rId8"/>
    <p:sldId id="298" r:id="rId9"/>
    <p:sldId id="305" r:id="rId10"/>
    <p:sldId id="299" r:id="rId11"/>
    <p:sldId id="300" r:id="rId12"/>
    <p:sldId id="301" r:id="rId13"/>
    <p:sldId id="302" r:id="rId14"/>
    <p:sldId id="303" r:id="rId15"/>
    <p:sldId id="306" r:id="rId16"/>
    <p:sldId id="272" r:id="rId17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6992"/>
    <a:srgbClr val="456D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C3434A-4C7B-474E-A1C8-6D3D48CBF4B8}" v="3" dt="2024-11-18T16:24:38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518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Saini" userId="27775147119652a6" providerId="LiveId" clId="{7AC3434A-4C7B-474E-A1C8-6D3D48CBF4B8}"/>
    <pc:docChg chg="undo redo custSel addSld delSld modSld">
      <pc:chgData name="Tushar Saini" userId="27775147119652a6" providerId="LiveId" clId="{7AC3434A-4C7B-474E-A1C8-6D3D48CBF4B8}" dt="2024-11-18T16:28:12.854" v="230" actId="47"/>
      <pc:docMkLst>
        <pc:docMk/>
      </pc:docMkLst>
      <pc:sldChg chg="modSp mod">
        <pc:chgData name="Tushar Saini" userId="27775147119652a6" providerId="LiveId" clId="{7AC3434A-4C7B-474E-A1C8-6D3D48CBF4B8}" dt="2024-11-18T15:59:06.165" v="105" actId="207"/>
        <pc:sldMkLst>
          <pc:docMk/>
          <pc:sldMk cId="0" sldId="257"/>
        </pc:sldMkLst>
        <pc:spChg chg="mod">
          <ac:chgData name="Tushar Saini" userId="27775147119652a6" providerId="LiveId" clId="{7AC3434A-4C7B-474E-A1C8-6D3D48CBF4B8}" dt="2024-11-18T15:59:06.165" v="105" actId="207"/>
          <ac:spMkLst>
            <pc:docMk/>
            <pc:sldMk cId="0" sldId="257"/>
            <ac:spMk id="2050" creationId="{00000000-0000-0000-0000-000000000000}"/>
          </ac:spMkLst>
        </pc:spChg>
      </pc:sldChg>
      <pc:sldChg chg="addSp delSp modSp mod">
        <pc:chgData name="Tushar Saini" userId="27775147119652a6" providerId="LiveId" clId="{7AC3434A-4C7B-474E-A1C8-6D3D48CBF4B8}" dt="2024-11-18T16:06:38.329" v="129" actId="14100"/>
        <pc:sldMkLst>
          <pc:docMk/>
          <pc:sldMk cId="0" sldId="260"/>
        </pc:sldMkLst>
        <pc:spChg chg="del">
          <ac:chgData name="Tushar Saini" userId="27775147119652a6" providerId="LiveId" clId="{7AC3434A-4C7B-474E-A1C8-6D3D48CBF4B8}" dt="2024-11-18T16:04:59.036" v="122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Tushar Saini" userId="27775147119652a6" providerId="LiveId" clId="{7AC3434A-4C7B-474E-A1C8-6D3D48CBF4B8}" dt="2024-11-18T16:05:01.767" v="123" actId="478"/>
          <ac:spMkLst>
            <pc:docMk/>
            <pc:sldMk cId="0" sldId="260"/>
            <ac:spMk id="3074" creationId="{00000000-0000-0000-0000-000000000000}"/>
          </ac:spMkLst>
        </pc:spChg>
        <pc:picChg chg="add mod">
          <ac:chgData name="Tushar Saini" userId="27775147119652a6" providerId="LiveId" clId="{7AC3434A-4C7B-474E-A1C8-6D3D48CBF4B8}" dt="2024-11-18T16:06:38.329" v="129" actId="14100"/>
          <ac:picMkLst>
            <pc:docMk/>
            <pc:sldMk cId="0" sldId="260"/>
            <ac:picMk id="4" creationId="{97EF0441-8E58-3CFD-1527-46C329BD0016}"/>
          </ac:picMkLst>
        </pc:picChg>
      </pc:sldChg>
      <pc:sldChg chg="modSp add mod">
        <pc:chgData name="Tushar Saini" userId="27775147119652a6" providerId="LiveId" clId="{7AC3434A-4C7B-474E-A1C8-6D3D48CBF4B8}" dt="2024-11-18T16:17:10.093" v="163" actId="255"/>
        <pc:sldMkLst>
          <pc:docMk/>
          <pc:sldMk cId="555435178" sldId="295"/>
        </pc:sldMkLst>
        <pc:spChg chg="mod">
          <ac:chgData name="Tushar Saini" userId="27775147119652a6" providerId="LiveId" clId="{7AC3434A-4C7B-474E-A1C8-6D3D48CBF4B8}" dt="2024-11-18T16:14:31.019" v="155" actId="20577"/>
          <ac:spMkLst>
            <pc:docMk/>
            <pc:sldMk cId="555435178" sldId="295"/>
            <ac:spMk id="2" creationId="{A52E537C-231D-17AD-1353-863810C6020D}"/>
          </ac:spMkLst>
        </pc:spChg>
        <pc:spChg chg="mod">
          <ac:chgData name="Tushar Saini" userId="27775147119652a6" providerId="LiveId" clId="{7AC3434A-4C7B-474E-A1C8-6D3D48CBF4B8}" dt="2024-11-18T16:17:10.093" v="163" actId="255"/>
          <ac:spMkLst>
            <pc:docMk/>
            <pc:sldMk cId="555435178" sldId="295"/>
            <ac:spMk id="3074" creationId="{75136E0F-5EB1-00E9-1807-32D70DBEE126}"/>
          </ac:spMkLst>
        </pc:spChg>
      </pc:sldChg>
      <pc:sldChg chg="modSp add mod">
        <pc:chgData name="Tushar Saini" userId="27775147119652a6" providerId="LiveId" clId="{7AC3434A-4C7B-474E-A1C8-6D3D48CBF4B8}" dt="2024-11-18T16:22:07.511" v="187" actId="12"/>
        <pc:sldMkLst>
          <pc:docMk/>
          <pc:sldMk cId="1664050847" sldId="296"/>
        </pc:sldMkLst>
        <pc:spChg chg="mod">
          <ac:chgData name="Tushar Saini" userId="27775147119652a6" providerId="LiveId" clId="{7AC3434A-4C7B-474E-A1C8-6D3D48CBF4B8}" dt="2024-11-18T16:22:07.511" v="187" actId="12"/>
          <ac:spMkLst>
            <pc:docMk/>
            <pc:sldMk cId="1664050847" sldId="296"/>
            <ac:spMk id="2" creationId="{41C71EF6-01F9-CF7F-D24F-345AC47D629F}"/>
          </ac:spMkLst>
        </pc:spChg>
        <pc:spChg chg="mod">
          <ac:chgData name="Tushar Saini" userId="27775147119652a6" providerId="LiveId" clId="{7AC3434A-4C7B-474E-A1C8-6D3D48CBF4B8}" dt="2024-11-18T16:16:58.121" v="162" actId="20577"/>
          <ac:spMkLst>
            <pc:docMk/>
            <pc:sldMk cId="1664050847" sldId="296"/>
            <ac:spMk id="3074" creationId="{08A3F2DF-EDFE-E8F9-9A55-251F27C73E23}"/>
          </ac:spMkLst>
        </pc:spChg>
      </pc:sldChg>
      <pc:sldChg chg="modSp add mod">
        <pc:chgData name="Tushar Saini" userId="27775147119652a6" providerId="LiveId" clId="{7AC3434A-4C7B-474E-A1C8-6D3D48CBF4B8}" dt="2024-11-18T16:23:25.741" v="193" actId="12"/>
        <pc:sldMkLst>
          <pc:docMk/>
          <pc:sldMk cId="2072211000" sldId="297"/>
        </pc:sldMkLst>
        <pc:spChg chg="mod">
          <ac:chgData name="Tushar Saini" userId="27775147119652a6" providerId="LiveId" clId="{7AC3434A-4C7B-474E-A1C8-6D3D48CBF4B8}" dt="2024-11-18T16:23:25.741" v="193" actId="12"/>
          <ac:spMkLst>
            <pc:docMk/>
            <pc:sldMk cId="2072211000" sldId="297"/>
            <ac:spMk id="2" creationId="{44BD4A6A-0EB3-E723-A544-BC0F38B37827}"/>
          </ac:spMkLst>
        </pc:spChg>
        <pc:spChg chg="mod">
          <ac:chgData name="Tushar Saini" userId="27775147119652a6" providerId="LiveId" clId="{7AC3434A-4C7B-474E-A1C8-6D3D48CBF4B8}" dt="2024-11-18T16:23:05.093" v="192" actId="20577"/>
          <ac:spMkLst>
            <pc:docMk/>
            <pc:sldMk cId="2072211000" sldId="297"/>
            <ac:spMk id="3074" creationId="{C35008B2-6CED-CE32-1F01-90078C5DAEF6}"/>
          </ac:spMkLst>
        </pc:spChg>
      </pc:sldChg>
      <pc:sldChg chg="modSp add mod">
        <pc:chgData name="Tushar Saini" userId="27775147119652a6" providerId="LiveId" clId="{7AC3434A-4C7B-474E-A1C8-6D3D48CBF4B8}" dt="2024-11-18T16:27:29.795" v="228" actId="20577"/>
        <pc:sldMkLst>
          <pc:docMk/>
          <pc:sldMk cId="481649181" sldId="298"/>
        </pc:sldMkLst>
        <pc:spChg chg="mod">
          <ac:chgData name="Tushar Saini" userId="27775147119652a6" providerId="LiveId" clId="{7AC3434A-4C7B-474E-A1C8-6D3D48CBF4B8}" dt="2024-11-18T16:27:29.795" v="228" actId="20577"/>
          <ac:spMkLst>
            <pc:docMk/>
            <pc:sldMk cId="481649181" sldId="298"/>
            <ac:spMk id="2" creationId="{EE1C58F1-103A-0CF9-7B25-54142C67551B}"/>
          </ac:spMkLst>
        </pc:spChg>
        <pc:spChg chg="mod">
          <ac:chgData name="Tushar Saini" userId="27775147119652a6" providerId="LiveId" clId="{7AC3434A-4C7B-474E-A1C8-6D3D48CBF4B8}" dt="2024-11-18T16:25:32.420" v="198" actId="20577"/>
          <ac:spMkLst>
            <pc:docMk/>
            <pc:sldMk cId="481649181" sldId="298"/>
            <ac:spMk id="3074" creationId="{0E4B75AD-532B-33E1-D1B3-A15090D97D92}"/>
          </ac:spMkLst>
        </pc:spChg>
      </pc:sldChg>
      <pc:sldChg chg="add">
        <pc:chgData name="Tushar Saini" userId="27775147119652a6" providerId="LiveId" clId="{7AC3434A-4C7B-474E-A1C8-6D3D48CBF4B8}" dt="2024-11-18T16:00:37.649" v="114" actId="2890"/>
        <pc:sldMkLst>
          <pc:docMk/>
          <pc:sldMk cId="136207123" sldId="299"/>
        </pc:sldMkLst>
      </pc:sldChg>
      <pc:sldChg chg="add">
        <pc:chgData name="Tushar Saini" userId="27775147119652a6" providerId="LiveId" clId="{7AC3434A-4C7B-474E-A1C8-6D3D48CBF4B8}" dt="2024-11-18T16:00:40.459" v="115" actId="2890"/>
        <pc:sldMkLst>
          <pc:docMk/>
          <pc:sldMk cId="2510595991" sldId="300"/>
        </pc:sldMkLst>
      </pc:sldChg>
      <pc:sldChg chg="add">
        <pc:chgData name="Tushar Saini" userId="27775147119652a6" providerId="LiveId" clId="{7AC3434A-4C7B-474E-A1C8-6D3D48CBF4B8}" dt="2024-11-18T16:00:43.504" v="116" actId="2890"/>
        <pc:sldMkLst>
          <pc:docMk/>
          <pc:sldMk cId="3567728796" sldId="301"/>
        </pc:sldMkLst>
      </pc:sldChg>
      <pc:sldChg chg="add">
        <pc:chgData name="Tushar Saini" userId="27775147119652a6" providerId="LiveId" clId="{7AC3434A-4C7B-474E-A1C8-6D3D48CBF4B8}" dt="2024-11-18T16:00:53.192" v="119" actId="2890"/>
        <pc:sldMkLst>
          <pc:docMk/>
          <pc:sldMk cId="2187433011" sldId="302"/>
        </pc:sldMkLst>
      </pc:sldChg>
      <pc:sldChg chg="new del">
        <pc:chgData name="Tushar Saini" userId="27775147119652a6" providerId="LiveId" clId="{7AC3434A-4C7B-474E-A1C8-6D3D48CBF4B8}" dt="2024-11-18T16:00:49.503" v="118" actId="47"/>
        <pc:sldMkLst>
          <pc:docMk/>
          <pc:sldMk cId="3589015691" sldId="302"/>
        </pc:sldMkLst>
      </pc:sldChg>
      <pc:sldChg chg="add">
        <pc:chgData name="Tushar Saini" userId="27775147119652a6" providerId="LiveId" clId="{7AC3434A-4C7B-474E-A1C8-6D3D48CBF4B8}" dt="2024-11-18T16:00:58.091" v="120" actId="2890"/>
        <pc:sldMkLst>
          <pc:docMk/>
          <pc:sldMk cId="3234728547" sldId="303"/>
        </pc:sldMkLst>
      </pc:sldChg>
      <pc:sldChg chg="new del">
        <pc:chgData name="Tushar Saini" userId="27775147119652a6" providerId="LiveId" clId="{7AC3434A-4C7B-474E-A1C8-6D3D48CBF4B8}" dt="2024-11-18T16:28:12.854" v="230" actId="47"/>
        <pc:sldMkLst>
          <pc:docMk/>
          <pc:sldMk cId="2840207721" sldId="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286945D-0C29-4330-BB93-37CE753595FE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B4DA9F-D3DE-4A8F-AC57-37601E5498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B0B5D-F552-4595-8FE8-B60744600E21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5A0A7-EAE3-4D14-A709-F8B72EE746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1DBE5-990B-4EEB-BF1B-4BF12739337B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91D92-0D35-4EEB-9708-EA3885C669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12C33-19E1-43E8-BE45-67E9056BA8B8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45121-FF37-400E-8A6A-1DFB07134D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86E06-A88B-4E20-82AD-3FC200B22046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402A4-E256-4BC7-A43A-DA67AA3A2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C0DD23-B3F6-406E-99ED-097DA9771531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9D1DE-8CDB-4974-97BA-3BDB03CF1E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60924-6C9F-4DC0-A81F-2E02A5965373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5DFD-5E9E-472D-82D3-918920F4EB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C1823-7624-4AAA-A410-0E6AFF784479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C0D09-DA25-4866-B3A6-90C3242555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7C4DA-86BE-430D-946C-90F38952110E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7C97-82C9-47AA-9077-7ECF1470A5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DAEE4A-37D3-4441-9AF2-FFCBE9BF5D4E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E4F62-1C20-4B5B-B1D5-89E536488E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B00A2-2766-4ACC-8FF6-23BDC14B0708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1278D-6C74-4635-9A15-5FE98E4F81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9F995-06F3-4F4D-827C-CA1356AE4FEA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B0E72-0063-454E-AC29-1506F1301D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D12DFD6-38DE-4C55-B673-A7F247563E15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4ED630E-25DB-48CE-9BB4-A8310A9FE9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225287" y="2040836"/>
            <a:ext cx="8623956" cy="4635914"/>
          </a:xfrm>
        </p:spPr>
        <p:txBody>
          <a:bodyPr/>
          <a:lstStyle/>
          <a:p>
            <a:pPr eaLnBrk="1" hangingPunct="1"/>
            <a:r>
              <a:rPr lang="en-US" sz="6000" b="1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Summer Internship 2</a:t>
            </a:r>
            <a:br>
              <a:rPr lang="en-US" sz="3800" b="1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</a:br>
            <a:r>
              <a:rPr lang="en-US" sz="3800" b="1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Name</a:t>
            </a:r>
            <a: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 = Tushar Saini</a:t>
            </a:r>
            <a:b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</a:br>
            <a:r>
              <a:rPr lang="en-US" sz="3800" b="1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Program</a:t>
            </a:r>
            <a: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 = </a:t>
            </a:r>
            <a:r>
              <a:rPr lang="en-US" sz="3800" dirty="0" err="1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B.tech</a:t>
            </a:r>
            <a: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(CSE)</a:t>
            </a:r>
            <a:b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</a:br>
            <a:r>
              <a:rPr lang="en-US" sz="3800" b="1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Section</a:t>
            </a:r>
            <a: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 = 4</a:t>
            </a:r>
            <a:b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</a:br>
            <a:r>
              <a:rPr lang="en-US" sz="3800" b="1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QID</a:t>
            </a:r>
            <a:r>
              <a:rPr lang="en-US" sz="38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 = 23030561</a:t>
            </a:r>
            <a:endParaRPr lang="en-US" sz="6000" dirty="0">
              <a:solidFill>
                <a:schemeClr val="bg1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8150DF-C572-749D-EEB9-F087C6BA4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50"/>
            <a:ext cx="9144000" cy="6814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E8E9E-5AED-1683-EC86-54644B7C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4BBC4CD-7847-19DF-1A5F-33C320BEA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IN" sz="3600" b="1" dirty="0"/>
              <a:t>Introduction</a:t>
            </a:r>
            <a:endParaRPr lang="en-US" sz="36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0E9300-C492-D133-9FE2-57A8080B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74863"/>
            <a:ext cx="8229600" cy="40513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endParaRPr lang="en-US" sz="1800" dirty="0"/>
          </a:p>
          <a:p>
            <a:r>
              <a:rPr lang="en-US" sz="1800" dirty="0"/>
              <a:t>My name is </a:t>
            </a:r>
            <a:r>
              <a:rPr lang="en-US" sz="1800" b="1" dirty="0"/>
              <a:t>Tushar Saini</a:t>
            </a:r>
            <a:r>
              <a:rPr lang="en-US" sz="1800" dirty="0"/>
              <a:t>, and I am currently pursuing a </a:t>
            </a:r>
            <a:r>
              <a:rPr lang="en-US" sz="1800" dirty="0" err="1"/>
              <a:t>B.Tech</a:t>
            </a:r>
            <a:r>
              <a:rPr lang="en-US" sz="1800" dirty="0"/>
              <a:t> in Computer Science and Engineering from </a:t>
            </a:r>
            <a:r>
              <a:rPr lang="en-US" sz="1800" b="1" dirty="0"/>
              <a:t>Quantum University, Roorkee</a:t>
            </a:r>
            <a:r>
              <a:rPr lang="en-US" sz="1800" dirty="0"/>
              <a:t>. During my academic journey, I have developed a keen interest in web development, app development, and data analysis.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Quick Post</a:t>
            </a:r>
            <a:r>
              <a:rPr lang="en-US" sz="1800" dirty="0"/>
              <a:t> project was developed as part of the </a:t>
            </a:r>
            <a:r>
              <a:rPr lang="en-US" sz="1800" i="1" dirty="0"/>
              <a:t>Complete Web Development Course</a:t>
            </a:r>
            <a:r>
              <a:rPr lang="en-US" sz="1800" dirty="0"/>
              <a:t> on Udemy. This presentation explains the entire learning journey — from foundational concepts to building a real-world full-stack application.</a:t>
            </a:r>
          </a:p>
          <a:p>
            <a:r>
              <a:rPr lang="en-US" sz="1800" dirty="0"/>
              <a:t>Throughout the course, I learned to design responsive web pages, create backend APIs, connect databases, and deploy full-stack projects. The final project, </a:t>
            </a:r>
            <a:r>
              <a:rPr lang="en-US" sz="1800" b="1" dirty="0"/>
              <a:t>Quick Post</a:t>
            </a:r>
            <a:r>
              <a:rPr lang="en-US" sz="1800" dirty="0"/>
              <a:t>, is a blogging platform built using modern web technologies like React.js and </a:t>
            </a:r>
            <a:r>
              <a:rPr lang="en-US" sz="1800" dirty="0" err="1"/>
              <a:t>Appwrite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pPr>
              <a:buFont typeface="Arial" panose="020B0604020202020204" pitchFamily="34" charset="0"/>
              <a:buChar char="•"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9231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50383-6887-7EE4-8B67-E87C7AE1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75136E0F-5EB1-00E9-1807-32D70DBE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IN" sz="3600" b="1" dirty="0"/>
              <a:t>Course Overview</a:t>
            </a:r>
            <a:endParaRPr lang="en-US" sz="36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36EDD50-0F56-57F6-2C02-6CE0B53AA9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2180669"/>
            <a:ext cx="8348870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only course you need to become a full-stack web developer.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Covers: HTML, CSS, Tailwind CSS, JavaScript, Node.js, Express, React, MongoDB, Prisma, and Deployment.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 hours of on-demand video, 35 sections, and 300 lectures.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45 coding exercises, 5 articles, and 30 downloadable resources.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Lifetime access with regular updates and a certificate of completion.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and taught by Hitesh Choudhary, a developer with 15+ years of experience.</a:t>
            </a:r>
          </a:p>
        </p:txBody>
      </p:sp>
    </p:spTree>
    <p:extLst>
      <p:ext uri="{BB962C8B-B14F-4D97-AF65-F5344CB8AC3E}">
        <p14:creationId xmlns:p14="http://schemas.microsoft.com/office/powerpoint/2010/main" val="55543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85142-2AC4-EE11-3A94-EFA8D07A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8A3F2DF-EDFE-E8F9-9A55-251F27C73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US" sz="3200" b="1" dirty="0"/>
              <a:t>Phase 0 – Introduction to Web Development</a:t>
            </a:r>
            <a:endParaRPr lang="en-US" sz="32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2190939-0EC4-8709-B5EB-3660265514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210252"/>
            <a:ext cx="822960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course begins with an overview of web development and its career opportunities.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Introduces the basic structure of websites and how the internet works.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Discusses the different paths available — frontend, backend, and full-stack development.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Guidance on freelancing and building a career in the tech industry.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Setup instructions for a development environment using VS Code and browser developer tools.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Emphasis on consistency, problem-solving, and real-world practice.</a:t>
            </a:r>
          </a:p>
        </p:txBody>
      </p:sp>
    </p:spTree>
    <p:extLst>
      <p:ext uri="{BB962C8B-B14F-4D97-AF65-F5344CB8AC3E}">
        <p14:creationId xmlns:p14="http://schemas.microsoft.com/office/powerpoint/2010/main" val="166405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BC77E-22C7-A6F5-4054-1D8D4631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35008B2-6CED-CE32-1F01-90078C5DA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IN" sz="3200" b="1" dirty="0"/>
              <a:t>Phase 1 – The Foundations</a:t>
            </a:r>
            <a:endParaRPr lang="en-US" sz="32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944BDCA-7CC6-4E27-5B10-08E728F41F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02503"/>
            <a:ext cx="814346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building the core skills of web development.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essential technologies: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Tailwind CSS, and JavaScript.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structure web pages using semantic HTML.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Style layouts with CSS and responsive design using Flexbox and Grid.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 CSS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faster, utility-based styling.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basics: variables, functions, loops, events, and DOM manipulation.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mini-projects to apply concepts, such as interactive forms and responsive web pages.</a:t>
            </a:r>
          </a:p>
        </p:txBody>
      </p:sp>
    </p:spTree>
    <p:extLst>
      <p:ext uri="{BB962C8B-B14F-4D97-AF65-F5344CB8AC3E}">
        <p14:creationId xmlns:p14="http://schemas.microsoft.com/office/powerpoint/2010/main" val="207221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33837-403C-BDAC-F462-997252528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E4B75AD-532B-33E1-D1B3-A15090D9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US" sz="3200" b="1" dirty="0"/>
              <a:t>Phase 2 – Modern Backend Development</a:t>
            </a:r>
            <a:endParaRPr lang="en-US" sz="32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227A646-5E01-1F24-EB74-C323C95DA5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02503"/>
            <a:ext cx="817659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server-side programming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backend logic.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Technologies covered: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Node.js, Express.js, Mongoose, Prisma, PostgreSQL,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NeonDB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build RESTful APIs for data communication.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and authorization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design, schema creation, and data relationships.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handle API requests, responses, and middleware.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CRUD (Create, Read, Update, Delete) operations for real-world applications.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scalability, modular coding, and security best practices.</a:t>
            </a:r>
          </a:p>
        </p:txBody>
      </p:sp>
    </p:spTree>
    <p:extLst>
      <p:ext uri="{BB962C8B-B14F-4D97-AF65-F5344CB8AC3E}">
        <p14:creationId xmlns:p14="http://schemas.microsoft.com/office/powerpoint/2010/main" val="48164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5FE19-84A8-A298-355B-004250189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98282BCD-EC44-8BDF-951C-2E285E869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US" sz="3200" b="1" dirty="0"/>
              <a:t>Phase 3 – Frontend Mastery with React</a:t>
            </a:r>
            <a:endParaRPr lang="en-US" sz="32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5F1FA2-A428-9B86-3A9F-20C7BA54EF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02503"/>
            <a:ext cx="829586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build modern, dynamic, and responsive front-end applications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React.js.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core concepts: components, props, state, and lifecycle methods.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data flow and reactivity with hooks like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useEffect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APIs to fetch and display dynamic data.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Redux Toolkit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Zustand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scalable applications.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handle user input efficiently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Hook Form.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reusable UI components and optimize rendering performance.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routing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Router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multi-page navigation</a:t>
            </a:r>
          </a:p>
        </p:txBody>
      </p:sp>
    </p:spTree>
    <p:extLst>
      <p:ext uri="{BB962C8B-B14F-4D97-AF65-F5344CB8AC3E}">
        <p14:creationId xmlns:p14="http://schemas.microsoft.com/office/powerpoint/2010/main" val="2263197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AAFCD-D25D-24A7-2A23-2E18A0A1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610852D-B8B3-8470-C4D3-E387E7B0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US" sz="3200" b="1" dirty="0"/>
              <a:t>Phase 4 – Full-Stack Projects &amp; AI Introduction</a:t>
            </a:r>
            <a:endParaRPr lang="en-US" sz="32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9CF0C6-7587-E7F2-374F-6762672079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71752"/>
            <a:ext cx="8269357" cy="405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all previously learned technologies to build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full-stack applications.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Connects frontend (React) with backend (Node, Prisma,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Appwrite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databases.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project structuring, authentication, and deployment workflows.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Machine Learning in web development.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TensorFlow.js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AI-powered features.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how AI can enhance user experience through automation and intelligent content handling.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full-stack projects that replicate real-world scenarios.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host and deploy web applications on modern cloud platforms.</a:t>
            </a:r>
          </a:p>
        </p:txBody>
      </p:sp>
    </p:spTree>
    <p:extLst>
      <p:ext uri="{BB962C8B-B14F-4D97-AF65-F5344CB8AC3E}">
        <p14:creationId xmlns:p14="http://schemas.microsoft.com/office/powerpoint/2010/main" val="136207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87E2F-6A22-9EEC-080F-1EE09894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F1F85687-C228-8490-B177-D4E0BFC25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IN" sz="3600" b="1" dirty="0"/>
              <a:t>Quick Post – Project Overview</a:t>
            </a:r>
            <a:endParaRPr lang="en-US" sz="3600" b="1" dirty="0">
              <a:solidFill>
                <a:srgbClr val="356992"/>
              </a:solidFill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B040933-81E4-47EC-2158-F5907B1BAF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76909"/>
            <a:ext cx="8375374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Post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web-based blogging platform designed for creating, editing, and publishing blog posts easily.</a:t>
            </a:r>
          </a:p>
          <a:p>
            <a:pPr defTabSz="914400">
              <a:spcBef>
                <a:spcPct val="0"/>
              </a:spcBef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responsive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users can manage posts with one-click background operations.</a:t>
            </a:r>
          </a:p>
          <a:p>
            <a:pPr defTabSz="914400"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React.js, React Hook Form, Redux Toolkit,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TinyMCE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Editor.</a:t>
            </a:r>
          </a:p>
          <a:p>
            <a:pPr defTabSz="914400"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Appwrite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BaaS for authentication, database, and file storage.</a:t>
            </a:r>
          </a:p>
          <a:p>
            <a:pPr defTabSz="914400"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an easy-to-use system with speed, usability, and modern web technology integration.</a:t>
            </a:r>
          </a:p>
          <a:p>
            <a:pPr defTabSz="914400"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</a:t>
            </a:r>
          </a:p>
          <a:p>
            <a:pPr lvl="1" defTabSz="91440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Blog post creation and editing</a:t>
            </a:r>
          </a:p>
          <a:p>
            <a:pPr lvl="1" defTabSz="91440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and tag management</a:t>
            </a:r>
          </a:p>
          <a:p>
            <a:pPr lvl="1" defTabSz="91440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UI for all devices</a:t>
            </a:r>
          </a:p>
          <a:p>
            <a:pPr defTabSz="914400">
              <a:spcBef>
                <a:spcPct val="0"/>
              </a:spcBef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59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A1BB9-F1AE-562E-32FB-BBEE4756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BBFFE5D7-5C5C-4E5E-B0DB-A19ADFA6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IN" sz="3200" b="1" dirty="0"/>
              <a:t>Technologies Used</a:t>
            </a:r>
            <a:endParaRPr lang="en-US" sz="3200" b="1" dirty="0"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29D2-111C-B0FB-FC56-A2C547D915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378502"/>
            <a:ext cx="8269357" cy="344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/>
              <a:t>Frontend:</a:t>
            </a:r>
            <a:r>
              <a:rPr lang="en-IN" sz="1800" dirty="0"/>
              <a:t> React.js, React Hook Form, Redux Toolkit, </a:t>
            </a:r>
            <a:r>
              <a:rPr lang="en-IN" sz="1800" dirty="0" err="1"/>
              <a:t>TinyMCE</a:t>
            </a:r>
            <a:r>
              <a:rPr lang="en-IN" sz="1800" dirty="0"/>
              <a:t> Editor, Tailwind CSS, React </a:t>
            </a:r>
            <a:r>
              <a:rPr lang="en-IN" sz="1800" dirty="0" err="1"/>
              <a:t>Toastify</a:t>
            </a:r>
            <a:endParaRPr lang="en-IN" sz="1800" dirty="0"/>
          </a:p>
          <a:p>
            <a:pPr>
              <a:lnSpc>
                <a:spcPct val="150000"/>
              </a:lnSpc>
            </a:pPr>
            <a:r>
              <a:rPr lang="en-IN" sz="1800" b="1" dirty="0"/>
              <a:t>Backend:</a:t>
            </a:r>
            <a:r>
              <a:rPr lang="en-IN" sz="1800" dirty="0"/>
              <a:t> </a:t>
            </a:r>
            <a:r>
              <a:rPr lang="en-IN" sz="1800" dirty="0" err="1"/>
              <a:t>Appwrite</a:t>
            </a:r>
            <a:r>
              <a:rPr lang="en-IN" sz="1800" dirty="0"/>
              <a:t> (BaaS), </a:t>
            </a:r>
            <a:r>
              <a:rPr lang="en-IN" sz="1800" dirty="0" err="1"/>
              <a:t>Appwrite</a:t>
            </a:r>
            <a:r>
              <a:rPr lang="en-IN" sz="1800" dirty="0"/>
              <a:t> Cloud Functions, Node.js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Database:</a:t>
            </a:r>
            <a:r>
              <a:rPr lang="en-IN" sz="1800" dirty="0"/>
              <a:t> </a:t>
            </a:r>
            <a:r>
              <a:rPr lang="en-IN" sz="1800" dirty="0" err="1"/>
              <a:t>Appwrite</a:t>
            </a:r>
            <a:r>
              <a:rPr lang="en-IN" sz="1800" dirty="0"/>
              <a:t> Database – stores profiles, posts, comments, categories; real-time CRUD with indexing</a:t>
            </a:r>
          </a:p>
          <a:p>
            <a:pPr>
              <a:lnSpc>
                <a:spcPct val="150000"/>
              </a:lnSpc>
            </a:pPr>
            <a:r>
              <a:rPr lang="en-IN" sz="1800" b="1" dirty="0"/>
              <a:t>Version Control &amp; Deployment:</a:t>
            </a:r>
            <a:r>
              <a:rPr lang="en-IN" sz="1800" dirty="0"/>
              <a:t> Git/GitHub, </a:t>
            </a:r>
            <a:r>
              <a:rPr lang="en-IN" sz="1800" dirty="0" err="1"/>
              <a:t>Vercel</a:t>
            </a:r>
            <a:r>
              <a:rPr lang="en-IN" sz="1800" dirty="0"/>
              <a:t> (frontend), </a:t>
            </a:r>
            <a:r>
              <a:rPr lang="en-IN" sz="1800" dirty="0" err="1"/>
              <a:t>Appwrite</a:t>
            </a:r>
            <a:r>
              <a:rPr lang="en-IN" sz="1800" dirty="0"/>
              <a:t> Cloud (backend)</a:t>
            </a:r>
          </a:p>
          <a:p>
            <a:pPr defTabSz="914400">
              <a:spcBef>
                <a:spcPct val="0"/>
              </a:spcBef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72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539FF-FB16-C906-4E34-E93D7784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F446365-5B77-FA10-2D6A-E41583A6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US" sz="3200" b="1" dirty="0"/>
              <a:t>Key Features of Quick Post</a:t>
            </a:r>
            <a:endParaRPr lang="en-US" sz="3200" b="1" dirty="0"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428108-F923-0B63-7EAE-43CBBBBCC9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418001"/>
            <a:ext cx="8315739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login and registration system.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Blog Post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Create, edit, and delete posts easily.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&amp; Tag Management: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Organize posts effectively.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One-Click Background Operations: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Smooth user experience without page reloads.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 seamlessly across all devices.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Rich Text Editing: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Format content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TinyMCE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editor.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Instant feedback using React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Toastify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7433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0E9EB-001C-F1CC-41EE-884552E0C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0A5A881C-7E97-3DBC-6A4A-272294C5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Arial Rounded MT Bold" pitchFamily="34" charset="0"/>
                <a:ea typeface="Arial Rounded MT Bold" pitchFamily="34" charset="0"/>
                <a:cs typeface="Arial Rounded MT Bold" pitchFamily="34" charset="0"/>
              </a:rPr>
              <a:t>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FC1CA-4FE3-20BC-0775-90E58C729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02" y="2050981"/>
            <a:ext cx="2465476" cy="3826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2462D0-3043-5C8F-D92B-63E3DF28D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470" y="2050980"/>
            <a:ext cx="2531165" cy="3826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74BD3A-EE9C-8953-CEEB-3C1D08016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835" y="2120347"/>
            <a:ext cx="2902226" cy="216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28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4B75A-B6AF-C5CF-5688-D0ED71523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47153B9F-1BD6-04A6-AB14-F27BDBA3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78" y="1470991"/>
            <a:ext cx="8759687" cy="437322"/>
          </a:xfrm>
        </p:spPr>
        <p:txBody>
          <a:bodyPr/>
          <a:lstStyle/>
          <a:p>
            <a:pPr eaLnBrk="1" hangingPunct="1"/>
            <a:r>
              <a:rPr lang="en-IN" sz="3200" b="1" dirty="0"/>
              <a:t>Conclusion</a:t>
            </a:r>
            <a:endParaRPr lang="en-US" sz="3200" b="1" dirty="0">
              <a:latin typeface="Arial Rounded MT Bold" pitchFamily="34" charset="0"/>
              <a:ea typeface="Arial Rounded MT Bold" pitchFamily="34" charset="0"/>
              <a:cs typeface="Arial Rounded MT Bold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1C9A086-40DC-D2A7-1DA9-6C6262C63D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43856"/>
            <a:ext cx="8315739" cy="391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Quick Post demonstrates the </a:t>
            </a:r>
            <a:r>
              <a:rPr lang="en-US" sz="2000" b="1" dirty="0"/>
              <a:t>complete learning journey</a:t>
            </a:r>
            <a:r>
              <a:rPr lang="en-US" sz="2000" dirty="0"/>
              <a:t> from basic web development to full-stack project deployment.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Combines modern technologies for a </a:t>
            </a:r>
            <a:r>
              <a:rPr lang="en-US" sz="2000" b="1" dirty="0"/>
              <a:t>responsive, interactive, and scalable blogging platform.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Represents a </a:t>
            </a:r>
            <a:r>
              <a:rPr lang="en-US" sz="2000" b="1" dirty="0"/>
              <a:t>real-world application</a:t>
            </a:r>
            <a:r>
              <a:rPr lang="en-US" sz="2000" dirty="0"/>
              <a:t> of skills learned during the course.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Prepares for professional or freelance projects in full-stack web development.</a:t>
            </a:r>
          </a:p>
          <a:p>
            <a:pPr defTabSz="914400">
              <a:lnSpc>
                <a:spcPct val="150000"/>
              </a:lnSpc>
              <a:spcBef>
                <a:spcPct val="0"/>
              </a:spcBef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027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xfrm>
            <a:off x="457200" y="2087563"/>
            <a:ext cx="7567613" cy="4511675"/>
          </a:xfrm>
        </p:spPr>
        <p:txBody>
          <a:bodyPr/>
          <a:lstStyle/>
          <a:p>
            <a:pPr lvl="2" algn="ctr" eaLnBrk="1" hangingPunct="1">
              <a:buFont typeface="Arial" charset="0"/>
              <a:buNone/>
            </a:pPr>
            <a:endParaRPr lang="en-US" sz="5400" b="1"/>
          </a:p>
          <a:p>
            <a:pPr lvl="2" algn="ctr" eaLnBrk="1" hangingPunct="1">
              <a:buFont typeface="Arial" charset="0"/>
              <a:buNone/>
            </a:pPr>
            <a:r>
              <a:rPr lang="en-US" sz="54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3168</TotalTime>
  <Words>1028</Words>
  <Application>Microsoft Office PowerPoint</Application>
  <PresentationFormat>On-screen Show (4:3)</PresentationFormat>
  <Paragraphs>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Rounded MT Bold</vt:lpstr>
      <vt:lpstr>Calibri</vt:lpstr>
      <vt:lpstr>Wingdings</vt:lpstr>
      <vt:lpstr>Office Theme</vt:lpstr>
      <vt:lpstr>PowerPoint Presentation</vt:lpstr>
      <vt:lpstr>Summer Internship 2 Name = Tushar Saini Program = B.tech(CSE) Section = 4 QID = 23030561</vt:lpstr>
      <vt:lpstr>PowerPoint Presentation</vt:lpstr>
      <vt:lpstr>Introduction</vt:lpstr>
      <vt:lpstr>Course Overview</vt:lpstr>
      <vt:lpstr>Phase 0 – Introduction to Web Development</vt:lpstr>
      <vt:lpstr>Phase 1 – The Foundations</vt:lpstr>
      <vt:lpstr>Phase 2 – Modern Backend Development</vt:lpstr>
      <vt:lpstr>Phase 3 – Frontend Mastery with React</vt:lpstr>
      <vt:lpstr>Phase 4 – Full-Stack Projects &amp; AI Introduction</vt:lpstr>
      <vt:lpstr>Quick Post – Project Overview</vt:lpstr>
      <vt:lpstr>Technologies Used</vt:lpstr>
      <vt:lpstr>Key Features of Quick Post</vt:lpstr>
      <vt:lpstr>Code</vt:lpstr>
      <vt:lpstr>Conclusion</vt:lpstr>
      <vt:lpstr>PowerPoint Presentation</vt:lpstr>
    </vt:vector>
  </TitlesOfParts>
  <Company>LMD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shobhit goyal</dc:creator>
  <cp:lastModifiedBy>Tushar Saini</cp:lastModifiedBy>
  <cp:revision>209</cp:revision>
  <dcterms:created xsi:type="dcterms:W3CDTF">2017-09-26T13:14:25Z</dcterms:created>
  <dcterms:modified xsi:type="dcterms:W3CDTF">2025-10-25T16:57:46Z</dcterms:modified>
</cp:coreProperties>
</file>